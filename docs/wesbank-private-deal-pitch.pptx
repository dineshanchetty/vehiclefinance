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8229600" y="4114800"/>
            <a:ext cx="4114800" cy="2743200"/>
          </a:xfrm>
          <a:prstGeom prst="rtTriangl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02920"/>
            <a:ext cx="54864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CLAIMTEC × WESBANK · PRIVATE DEAL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WhatsApp-first vehicle finance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private buyer-seller deal.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WhatsApp conversation walks the buyer through an Offer to Purchase, ID, proof of address and 3-month bank statements — extracted, cross-checked and submitted to WesBank credit in 15 minutes. The seller is invited and onboarded on the same channel. Ops watch the journey live.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4572000"/>
            <a:ext cx="2377440" cy="1645920"/>
          </a:xfrm>
          <a:prstGeom prst="roundRect">
            <a:avLst>
              <a:gd name="adj" fmla="val 4444"/>
            </a:avLst>
          </a:prstGeom>
          <a:solidFill>
            <a:srgbClr val="002553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4736592"/>
            <a:ext cx="320040" cy="4572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8463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94360" y="54864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OTP upload to credit submission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63240" y="4572000"/>
            <a:ext cx="2377440" cy="1645920"/>
          </a:xfrm>
          <a:prstGeom prst="roundRect">
            <a:avLst>
              <a:gd name="adj" fmla="val 4444"/>
            </a:avLst>
          </a:prstGeom>
          <a:solidFill>
            <a:srgbClr val="002553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4736592"/>
            <a:ext cx="320040" cy="4572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48463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chat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200400" y="54864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forms, no email, no portal logins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4572000"/>
            <a:ext cx="2377440" cy="1645920"/>
          </a:xfrm>
          <a:prstGeom prst="roundRect">
            <a:avLst>
              <a:gd name="adj" fmla="val 4444"/>
            </a:avLst>
          </a:prstGeom>
          <a:solidFill>
            <a:srgbClr val="002553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4736592"/>
            <a:ext cx="320040" cy="4572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48463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paper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806440" y="54864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AI-extracted SA ID, POA, bank stmts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Claude · Mindee · Dialog360 · Supabase · WesBank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End-to-end 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33856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4552" cy="1463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280160" cy="1463040"/>
          </a:xfrm>
          <a:prstGeom prst="rect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79192"/>
            <a:ext cx="11274552" cy="1463040"/>
          </a:xfrm>
          <a:prstGeom prst="rect">
            <a:avLst/>
          </a:prstGeom>
          <a:solidFill>
            <a:srgbClr val="FFF6DA"/>
          </a:solidFill>
          <a:ln w="12700">
            <a:solidFill>
              <a:srgbClr val="FFF6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79192"/>
            <a:ext cx="1280160" cy="146304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0779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WESBANK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3192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+ Credit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215384"/>
            <a:ext cx="11274552" cy="1463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215384"/>
            <a:ext cx="1280160" cy="1463040"/>
          </a:xfrm>
          <a:prstGeom prst="rect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44398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8554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20240" y="1371600"/>
            <a:ext cx="1880006" cy="1005840"/>
          </a:xfrm>
          <a:prstGeom prst="roundRect">
            <a:avLst>
              <a:gd name="adj" fmla="val 5455"/>
            </a:avLst>
          </a:prstGeom>
          <a:solidFill>
            <a:srgbClr val="FFC72C"/>
          </a:solidFill>
          <a:ln w="12700">
            <a:solidFill>
              <a:srgbClr val="E0AC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7326" y="1435608"/>
            <a:ext cx="411480" cy="228600"/>
          </a:xfrm>
          <a:prstGeom prst="rect">
            <a:avLst/>
          </a:prstGeom>
          <a:solidFill>
            <a:srgbClr val="00255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29968" y="1463040"/>
            <a:ext cx="16605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upload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29968" y="1874520"/>
            <a:ext cx="16605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02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Offer to Purchase — extracts buyer, seller, vehicle, price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91686" y="1371600"/>
            <a:ext cx="1880006" cy="1005840"/>
          </a:xfrm>
          <a:prstGeom prst="roundRect">
            <a:avLst>
              <a:gd name="adj" fmla="val 5455"/>
            </a:avLst>
          </a:prstGeom>
          <a:solidFill>
            <a:srgbClr val="FFC72C"/>
          </a:solidFill>
          <a:ln w="12700">
            <a:solidFill>
              <a:srgbClr val="E0AC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68773" y="1435608"/>
            <a:ext cx="411480" cy="228600"/>
          </a:xfrm>
          <a:prstGeom prst="rect">
            <a:avLst/>
          </a:prstGeom>
          <a:solidFill>
            <a:srgbClr val="00255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01414" y="1463040"/>
            <a:ext cx="16605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ID + POA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01414" y="1874520"/>
            <a:ext cx="16605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02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Smart-card / passport · utility bill ≤ 90 days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863133" y="1371600"/>
            <a:ext cx="1880006" cy="1005840"/>
          </a:xfrm>
          <a:prstGeom prst="roundRect">
            <a:avLst>
              <a:gd name="adj" fmla="val 5455"/>
            </a:avLst>
          </a:prstGeom>
          <a:solidFill>
            <a:srgbClr val="FFC72C"/>
          </a:solidFill>
          <a:ln w="12700">
            <a:solidFill>
              <a:srgbClr val="E0AC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40219" y="1435608"/>
            <a:ext cx="411480" cy="228600"/>
          </a:xfrm>
          <a:prstGeom prst="rect">
            <a:avLst/>
          </a:prstGeom>
          <a:solidFill>
            <a:srgbClr val="00255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72861" y="1463040"/>
            <a:ext cx="16605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bank stmts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72861" y="1874520"/>
            <a:ext cx="16605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02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accounts only · line-item income parsed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834579" y="1371600"/>
            <a:ext cx="188000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44307" y="1463040"/>
            <a:ext cx="16605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44307" y="1874520"/>
            <a:ext cx="16605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· expenses · disposable · safe instalment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806026" y="1371600"/>
            <a:ext cx="188000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15754" y="1463040"/>
            <a:ext cx="16605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915754" y="1874520"/>
            <a:ext cx="16605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packaged → WesBank credit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920240" y="2907792"/>
            <a:ext cx="483717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9968" y="2999232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review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029968" y="341071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ID vs OTP · POA vs buyer · personal-only BS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48856" y="2907792"/>
            <a:ext cx="483717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58584" y="2999232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decision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58584" y="341071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· Decline · Request more info — actioned in dashboard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920240" y="4443984"/>
            <a:ext cx="188000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29968" y="4535424"/>
            <a:ext cx="16605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seller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029968" y="4946904"/>
            <a:ext cx="16605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Pre-approved WhatsApp template · auto-fills buyer + vehicle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891686" y="4443984"/>
            <a:ext cx="188000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01414" y="4535424"/>
            <a:ext cx="16605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+ ID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001414" y="4946904"/>
            <a:ext cx="16605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consents · SA ID extracted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863133" y="4443984"/>
            <a:ext cx="1880006" cy="1005840"/>
          </a:xfrm>
          <a:prstGeom prst="roundRect">
            <a:avLst>
              <a:gd name="adj" fmla="val 5455"/>
            </a:avLst>
          </a:prstGeom>
          <a:solidFill>
            <a:srgbClr val="FFC72C"/>
          </a:solidFill>
          <a:ln w="12700">
            <a:solidFill>
              <a:srgbClr val="E0AC1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0219" y="4507992"/>
            <a:ext cx="411480" cy="228600"/>
          </a:xfrm>
          <a:prstGeom prst="rect">
            <a:avLst/>
          </a:prstGeom>
          <a:solidFill>
            <a:srgbClr val="00255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72861" y="4535424"/>
            <a:ext cx="16605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vehicle photos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972861" y="4946904"/>
            <a:ext cx="16605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02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upload · Claude Vision auto-classifies angles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834579" y="4443984"/>
            <a:ext cx="188000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44307" y="4535424"/>
            <a:ext cx="16605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944307" y="4946904"/>
            <a:ext cx="16605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Hartcon roadworthy + technical · pass → quote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806026" y="4443984"/>
            <a:ext cx="188000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915754" y="4535424"/>
            <a:ext cx="16605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&amp; handover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915754" y="4946904"/>
            <a:ext cx="16605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agreement signed · payout instructed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57200" y="5989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tiles = AI-driven moments. Everything else = human or system step.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692640" y="589788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784080" y="5943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to seller →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· What ops gets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33856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09728" cy="10972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71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WhatsApp threads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66420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buyer &amp; seller message in real time · send replies as ops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109728" cy="10972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848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15-step deal journey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strip with click-through workflows, validation checks and decision actions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89504"/>
            <a:ext cx="109728" cy="10972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9806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 review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0906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OTP, ID, POA and bank statements with confidence flags and manual overrides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109728" cy="10972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5112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 breakdown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80390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income · expenses · recurring credits · safe-instalment computed live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315968"/>
            <a:ext cx="109728" cy="10972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2245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&amp; SLAs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451713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review · F&amp;I · Inspections · Contracts · NATIS — each with action workflows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5029200"/>
            <a:ext cx="109728" cy="10972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937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523036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consent, action, message and AI decision timestamped and searchable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137160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1554480"/>
            <a:ext cx="27432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4600" dirty="0"/>
          </a:p>
        </p:txBody>
      </p:sp>
      <p:sp>
        <p:nvSpPr>
          <p:cNvPr id="29" name="Text 27"/>
          <p:cNvSpPr/>
          <p:nvPr/>
        </p:nvSpPr>
        <p:spPr>
          <a:xfrm>
            <a:off x="6400800" y="26517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paper-based private deal intake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006840" y="137160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89720" y="1554480"/>
            <a:ext cx="27432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8972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4600" dirty="0"/>
          </a:p>
        </p:txBody>
      </p:sp>
      <p:sp>
        <p:nvSpPr>
          <p:cNvPr id="33" name="Text 31"/>
          <p:cNvSpPr/>
          <p:nvPr/>
        </p:nvSpPr>
        <p:spPr>
          <a:xfrm>
            <a:off x="9189720" y="26517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deal — no rekeying buyer/seller/vehicle from OTP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35661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3749040"/>
            <a:ext cx="27432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39319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600" dirty="0"/>
          </a:p>
        </p:txBody>
      </p:sp>
      <p:sp>
        <p:nvSpPr>
          <p:cNvPr id="37" name="Text 35"/>
          <p:cNvSpPr/>
          <p:nvPr/>
        </p:nvSpPr>
        <p:spPr>
          <a:xfrm>
            <a:off x="6400800" y="4846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deals visible in real time — no chasing emails or call-backs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006840" y="35661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89720" y="3749040"/>
            <a:ext cx="27432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89720" y="39319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4600" dirty="0"/>
          </a:p>
        </p:txBody>
      </p:sp>
      <p:sp>
        <p:nvSpPr>
          <p:cNvPr id="41" name="Text 39"/>
          <p:cNvSpPr/>
          <p:nvPr/>
        </p:nvSpPr>
        <p:spPr>
          <a:xfrm>
            <a:off x="9189720" y="4846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tracked, validated, and audit-logged automatically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553"/>
          </a:solidFill>
          <a:ln w="12700">
            <a:solidFill>
              <a:srgbClr val="00255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37336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pilot · 1 dealer, 5 deals · 2-week sprint to first live transaction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229600" y="63733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claimtec.app/wesbank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WesBank Private Deal — Solution Overview</dc:title>
  <dc:subject>PptxGenJS Presentation</dc:subject>
  <dc:creator>Claimtec</dc:creator>
  <cp:lastModifiedBy>Claimtec</cp:lastModifiedBy>
  <cp:revision>1</cp:revision>
  <dcterms:created xsi:type="dcterms:W3CDTF">2026-05-12T11:22:32Z</dcterms:created>
  <dcterms:modified xsi:type="dcterms:W3CDTF">2026-05-12T11:22:32Z</dcterms:modified>
</cp:coreProperties>
</file>